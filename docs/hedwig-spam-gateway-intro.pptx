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9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5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226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Hedwig 본체를 수정하지 않는 독립 프로세스입니다. 오늘은 구조, 스팸 대응 방식, 관리자가 쓰는 화면, 그리고 사용자 신고 흐름을 시연합니다.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32,575건은 사내 두 달치 스팸 EML 분석 결과입니다. 원본 데이터는 저장소에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블랙리스트는 설정에 따라 SMTP 단계에서 거절할 수 있습니다. 화이트리스트는 이후 검사를 모두 건너뜁니다.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보류 표본은 룰을 만들 때 쓰지 않은 데이터입니다. '정상 대용'은 발신 도메인 기준 근사치라 오탐 수치는 참고용입니다.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효과가 없다는 결과도 문서에 남겼습니다. 이미 Gemini가 대부분을 잡아 개선 여지가 작았습니다.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신고 키는 관리자 키와 분리했습니다. 그룹웨어 서버가 호출하며 키를 브라우저에 내리지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 캡처 대신 구성을 도식으로 나타냈습니다. 시연에서는 실제 화면을 보여 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LLM이 위조 헤더를 보고 정상 메일을 스팸으로 판정하는 문제가 실제로 확인되어 판정 전에 제거하도록 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Hedwig 스팸 게이트웨이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메일서버 앞단에서 스팸을 막고, 사람이 최종 판단하도록 돕는 LLM 보조 게이트웨이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 및 시연  |  Java 8 · Netty · Spring Boot · Oracle 19c · Gemini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389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스팸이 많다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2개월 스팸 32,575건을 분석하니 64%가 자사 도메인을 사칭한 협박성 메일이었습니다.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474720" y="1389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상용 솔루션 부담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148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소규모 사이트가 별도 스팸 장비 없이도 Hedwig 앞단에서 기본 방어를 갖추게 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179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레거시 환경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jar 하나로 배포합니다. Java 8 호환이며 Docker, Redis 같은 인프라가 필요 없습니다.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인스턴스 로드밸런싱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389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접속을 분산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SO_REUSEPORT로 게이트웨이 여러 개가 같은 25번 포트를 공유하고, 커널이 새 접속을 나눠 줍니다. 별도 로드밸런서 장비가 필요 없습니다.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14600" cy="2743200"/>
          </a:xfrm>
          <a:prstGeom prst="roundRect">
            <a:avLst>
              <a:gd name="adj" fmla="val 2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474720" y="1389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상태는 Oracle로 공유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밴 목록, 그레이리스팅, 룰, 신고를 DB에 두어, 재시도 메일이 다른 인스턴스로 가도 같은 판단을 합니다.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7432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179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대가 멈춰도 계속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인스턴스는 분산 대상에서 빠지고 나머지가 처리합니다. 검사 오류는 fail-open이라 메일은 통과합니다.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90" name="Text Note"/>
          <p:cNvSpPr txBox="1"/>
          <p:nvPr/>
        </p:nvSpPr>
        <p:spPr>
          <a:xfrm>
            <a:off x="54864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sz="1200" dirty="0">
                <a:solidFill>
                  <a:srgbClr val="6B7280"/>
                </a:solidFill>
                <a:latin typeface="Malgun Gothic"/>
                <a:ea typeface="Malgun Gothic"/>
              </a:rPr>
              <a:t>현재 운영은 단일 인스턴스입니다. Oracle 전환으로 다중 구동이 가능해졌으며, 운영 검증은 앞으로의 과제입니다.</a:t>
            </a:r>
          </a:p>
        </p:txBody>
      </p:sp>
    </p:spTree>
    <p:extLst>
      <p:ext uri="{BB962C8B-B14F-4D97-AF65-F5344CB8AC3E}">
        <p14:creationId xmlns:p14="http://schemas.microsoft.com/office/powerpoint/2010/main" val="293119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메일이 지나가는 순서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554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411480" y="155448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RBL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47088" y="1965960"/>
            <a:ext cx="19202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57400" y="1554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2057400" y="155448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그레이리스팅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3008" y="1965960"/>
            <a:ext cx="19202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703320" y="1554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703320" y="155448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화이트·블랙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38928" y="1965960"/>
            <a:ext cx="19202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349240" y="1554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349240" y="155448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룰 검사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84848" y="1965960"/>
            <a:ext cx="19202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995160" y="155448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995160" y="1554480"/>
            <a:ext cx="1417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Gemini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메일 (25번 포트) → 게이트웨이 → Hedwig (내부 2599)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2743200"/>
            <a:ext cx="384048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31520" y="2852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차단하지 않고 표시합니다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2461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 판정은 X-Spam-Flag, X-Spam-Score, X-Spam-Provider 헤더만 붙여 전달합니다. 최종 처리는 사용자와 Hedwig 몫입니다.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0" y="27432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475488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나도 메일은 통과합니다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2461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검사기가 실패하거나 타임아웃되면 정상 메일로 보고 그대로 전달합니다(fail-open). 룰로 스팸이 확정되면 비싼 LLM 호출은 건너뜁니다.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엔진: 사내 스팸 데이터로 키웠습니다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64%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스팸 중 자사 도메인 사칭 메일 비율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33756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중인 룰(기본 113 + 후보 80)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1887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B9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82→291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 표본 1,169건에서 룰만으로 스팸 판정한 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사칭 탐지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발신자가 자사 도메인인데 신뢰 네트워크 밖 IP에서 오면 사칭으로 봅니다. 가중치 5.0, 단독으로 스팸 판정됩니다.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3063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31729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예산 안에서 확장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대용 641건에서 오탐은 8→11건으로 늘었고, 후보 룰은 관리자가 직접 활성화했습니다.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판정과 RAG: 측정하고 결정했습니다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판정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룰이 확정하지 못한 메일만 LLM이 판정합니다.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Gemini, Claude, 로컬 Gemma 중 설정으로 교체할 수 있습니다.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본문은 MIME 디코딩 후 분석합니다.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4846320" y="1389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RAG를</a:t>
            </a: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통한</a:t>
            </a: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</a:t>
            </a: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</a:t>
            </a: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</a:t>
            </a: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사례뿐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지능화되는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판단하여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RAG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추적보다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세밀하게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스팸을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분석합니다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신고를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통해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AI놓친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데이터들에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대한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학습경험치를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강화합니다</a:t>
            </a: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가중치는 사람이 정하고 LLM은 조언합니다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2344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적중 집계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1848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룰이 걸릴 때마다 횟수와 마스킹 샘플(룰당 최근 10건)을 저장합니다.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31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버튼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1576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샘플과 통계를 LLM에게 보여 주고 유지, 상향, 하향, 비활성 의견을 받습니다.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290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확인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81304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가중치 적용 버튼과 확인창을 거쳐야만 반영됩니다. 자동 변경은 없습니다.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72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적중이 쌓이기 전에는 LLM도 데이터 부족으로 '유지'라고 답합니다.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스팸 신고 흐름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365760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그룹웨어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버튼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92808" y="1828800"/>
            <a:ext cx="1737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084832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2084832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/report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202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1880" y="1828800"/>
            <a:ext cx="1737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03904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803904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판정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의견·룰 후보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30952" y="1828800"/>
            <a:ext cx="1737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5522976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522976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자동 편입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(확신 80%+)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50024" y="1828800"/>
            <a:ext cx="1737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7242048" y="137160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242048" y="1371600"/>
            <a:ext cx="15087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추가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승인 또는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자동(조건부)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315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처리는 좁게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246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기본은 수동 승인입니다. 자동은 확신도 90% 이상이고, 제안 룰이 신고 메일에 실제로 매칭되며, 가중치 상한 2.0과 일일 20건 상한을 지킬 때만 동작합니다.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4846320" y="28529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사유와 원본 보관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2461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신고자 사유를 함께 받고, 메일 원본(EML)은 별도 업로드해 관리자만 내려받습니다. 원본은 LLM으로 보내지 않습니다.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291840"/>
          </a:xfrm>
          <a:prstGeom prst="roundRect">
            <a:avLst>
              <a:gd name="adj" fmla="val 166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관리자: admin   [로그아웃]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커넥션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1691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2286000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0" y="1691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840480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 판정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1691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394960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0" y="1691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949440" y="16916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그레이리스팅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관리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256032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2743200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 신고 (3)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56032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4754880" y="2560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화이트/블랙리스트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표: 유형 · 패턴 · 가중치 · 적중(스팸판정) · 상태 · [분석] [비활성화] [삭제]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탭: LLM 판정, 의견, 제안 룰, [룰 추가] [RAG] [기각]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보안: 신고와 헤더를 믿지 않습니다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389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 헤더 제거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메일이 미리 달고 온 X-Spam-* 헤더는 판정 전에 지웁니다. Hedwig가 이 헤더로 스팸함 이동을 정하기 때문입니다.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3474720" y="138988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로그인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148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ID/PW 로그인과 BCrypt 해시, HttpOnly 세션 쿠키, CSRF 토큰을 쓰고 연속 실패하면 잠급니다.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179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신고는 조작될 수 있다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78308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본문은 외부 텍스트로 취급하고 개인정보를 가려 저장합니다. 신고 키는 관리자 키와 분리했습니다.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2800" b="1" dirty="0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1421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SMTP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274320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스팸 게이트웨이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37160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21208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Hedwig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:2599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04288" y="1783080"/>
            <a:ext cx="42062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773168" y="1783080"/>
            <a:ext cx="42062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0" y="2834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74320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19c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· 통계 · 신고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2212848"/>
            <a:ext cx="0" cy="6035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223760" y="13716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223760" y="1371600"/>
            <a:ext cx="13716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73168" y="1554480"/>
            <a:ext cx="243230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그룹웨어 서버 → POST :18093/report 로 신고 전달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Hedwig 본체는 수정하지 않으며, 게이트웨이가 멈춰도 Hedwig는 영향받지 않습니다.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github.com/ending1/hedwig-spam-gateway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docs/HANDOVER.md · docs/spam-report-api.md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919</Words>
  <Application>Microsoft Office PowerPoint</Application>
  <PresentationFormat>화면 슬라이드 쇼(16:9)</PresentationFormat>
  <Paragraphs>140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Hedwig 스팸 게이트웨이 소개 및 시연</dc:title>
  <dc:subject>PptxGenJS Presentation</dc:subject>
  <dc:creator>Hedwig Spam Gateway</dc:creator>
  <cp:lastModifiedBy>오 제윤</cp:lastModifiedBy>
  <cp:revision>5</cp:revision>
  <dcterms:created xsi:type="dcterms:W3CDTF">2026-10-11T02:43:26Z</dcterms:created>
  <dcterms:modified xsi:type="dcterms:W3CDTF">2026-10-11T03:48:51Z</dcterms:modified>
</cp:coreProperties>
</file>