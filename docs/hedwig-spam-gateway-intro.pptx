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Hedwig 본체를 수정하지 않는 독립 프로세스입니다. 오늘은 구조, 스팸 대응 방식, 관리자가 쓰는 화면, 그리고 사용자 신고 흐름을 시연합니다.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32,575건은 사내 두 달치 스팸 EML 분석 결과입니다. 원본 데이터는 저장소에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블랙리스트는 설정에 따라 SMTP 단계에서 거절할 수 있습니다. 화이트리스트는 이후 검사를 모두 건너뜁니다.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보류 표본은 룰을 만들 때 쓰지 않은 데이터입니다. '정상 대용'은 발신 도메인 기준 근사치라 오탐 수치는 참고용입니다.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효과가 없다는 결과도 문서에 남겼습니다. 이미 Gemini가 대부분을 잡아 개선 여지가 작았습니다.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신고 키는 관리자 키와 분리했습니다. 그룹웨어 서버가 호출하며 키를 브라우저에 내리지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화면 캡처 대신 구성을 도식으로 나타냈습니다. 시연에서는 실제 화면을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LLM이 위조 헤더를 보고 정상 메일을 스팸으로 판정하는 문제가 실제로 확인되어 판정 전에 제거하도록 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4번에서 만든 시험 룰은 시연 후 삭제합니다. 5번은 운영 그레이리스팅이 5분이라 사전 준비한 결과를 보여 줘도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Hedwig 스팸 게이트웨이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메일서버 앞단에서 스팸을 막고, 사람이 최종 판단하도록 돕는 LLM 보조 게이트웨이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및 시연  |  Java 8 · Netty · Spring Boot · Oracle 19c · Gemini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필요한가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514600" cy="3017520"/>
          </a:xfrm>
          <a:prstGeom prst="roundRect">
            <a:avLst>
              <a:gd name="adj" fmla="val 290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스팸이 많다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8308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2개월 스팸 32,575건을 분석하니 64%가 자사 도메인을 사칭한 협박성 메일이었습니다.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0" y="1280160"/>
            <a:ext cx="2514600" cy="3017520"/>
          </a:xfrm>
          <a:prstGeom prst="roundRect">
            <a:avLst>
              <a:gd name="adj" fmla="val 290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38988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상용 솔루션 부담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78308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사이트가 별도 스팸 장비 없이도 Hedwig 앞단에서 기본 방어를 갖추게 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560320" cy="3017520"/>
          </a:xfrm>
          <a:prstGeom prst="roundRect">
            <a:avLst>
              <a:gd name="adj" fmla="val 285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38988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환경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78308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jar 하나로 배포합니다. Java 8 호환이며 Docker, Redis 같은 인프라가 필요 없습니다.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메일이 지나가는 순서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55448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55448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RBL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847088" y="1965960"/>
            <a:ext cx="192024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057400" y="155448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057400" y="155448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그레이리스팅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93008" y="1965960"/>
            <a:ext cx="192024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703320" y="155448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03320" y="155448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화이트·블랙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138928" y="1965960"/>
            <a:ext cx="192024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49240" y="155448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49240" y="155448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룰 검사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784848" y="1965960"/>
            <a:ext cx="192024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995160" y="155448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95160" y="155448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Gemini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메일 (25번 포트) → 게이트웨이 → Hedwig (내부 2599)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2743200"/>
            <a:ext cx="3840480" cy="173736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28529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차단하지 않고 표시합니다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2461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스팸 판정은 X-Spam-Flag, X-Spam-Score, X-Spam-Provider 헤더만 붙여 전달합니다. 최종 처리는 사용자와 Hedwig 몫입니다.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0" y="274320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54880" y="2852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나도 메일은 통과합니다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754880" y="32461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검사기가 실패하거나 타임아웃되면 정상 메일로 보고 그대로 전달합니다(fail-open). 룰로 스팸이 확정되면 비싼 LLM 호출은 건너뜁니다.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엔진: 사내 스팸 데이터로 키웠습니다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64%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스팸 중 자사 도메인 사칭 메일 비율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337560" y="1188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193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21031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중인 룰(기본 113 + 후보 80)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188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91C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82→291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1031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보류 표본 1,169건에서 룰만으로 스팸 판정한 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1729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사칭 탐지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5661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발신자가 자사 도메인인데 신뢰 네트워크 밖 IP에서 오면 사칭으로 봅니다. 가중치 5.0, 단독으로 스팸 판정됩니다.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30632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31729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오탐 예산 안에서 확장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5661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대용 641건에서 오탐은 8→11건으로 늘었고, 후보 룰은 관리자가 직접 활성화했습니다.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판정과 RAG: 측정하고 결정했습니다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931920" cy="3200400"/>
          </a:xfrm>
          <a:prstGeom prst="roundRect">
            <a:avLst>
              <a:gd name="adj" fmla="val 228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Gemini 판정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8308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룰이 확정하지 못한 메일만 LLM이 판정합니다.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Gemini, Claude, 로컬 Gemma 중 설정으로 교체할 수 있습니다.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본문은 MIME 디코딩 후 분석합니다.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3931920" cy="3200400"/>
          </a:xfrm>
          <a:prstGeom prst="roundRect">
            <a:avLst>
              <a:gd name="adj" fmla="val 228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3898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RAG는 기본 꺼짐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8308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스팸 사례를 근거로 붙이는 RAG를 같은 메일 200건으로 비교했습니다.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89.5~90.0% 대 89.0~89.5%로 차이가 없어 기본값을 껐습니다.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신고 사례를 쌓는 용도로는 켭니다.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가중치는 사람이 정하고 LLM은 조언합니다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23444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적중 집계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18488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룰이 걸릴 때마다 횟수와 마스킹 샘플(룰당 최근 10건)을 저장합니다.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33172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버튼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715768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샘플과 통계를 LLM에게 보여 주고 유지, 상향, 하향, 비활성 의견을 받습니다.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520440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520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42900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확인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813048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가중치 적용 버튼과 확인창을 거쳐야만 반영됩니다. 자동 변경은 없습니다.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5720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적중이 쌓이기 전에는 LLM도 데이터 부족으로 '유지'라고 답합니다.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스팸 신고 흐름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371600"/>
            <a:ext cx="1508760" cy="9144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" y="1371600"/>
            <a:ext cx="15087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그룹웨어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버튼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892808" y="1828800"/>
            <a:ext cx="173736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084832" y="1371600"/>
            <a:ext cx="1508760" cy="9144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084832" y="1371600"/>
            <a:ext cx="15087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/report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즉시 202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11880" y="1828800"/>
            <a:ext cx="173736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803904" y="1371600"/>
            <a:ext cx="1508760" cy="9144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03904" y="1371600"/>
            <a:ext cx="15087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판정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의견·룰 후보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30952" y="1828800"/>
            <a:ext cx="173736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522976" y="1371600"/>
            <a:ext cx="1508760" cy="9144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22976" y="1371600"/>
            <a:ext cx="15087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자동 편입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(확신 80%+)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050024" y="1828800"/>
            <a:ext cx="173736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42048" y="1371600"/>
            <a:ext cx="1508760" cy="914400"/>
          </a:xfrm>
          <a:prstGeom prst="roundRect">
            <a:avLst>
              <a:gd name="adj" fmla="val 800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42048" y="1371600"/>
            <a:ext cx="15087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추가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승인 또는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자동(조건부)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28529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처리는 좁게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324612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기본은 수동 승인입니다. 자동은 확신도 90% 이상이고, 제안 룰이 신고 메일에 실제로 매칭되며, 가중치 상한 2.0과 일일 20건 상한을 지킬 때만 동작합니다.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28529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사유와 원본 보관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24612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신고자 사유를 함께 받고, 메일 원본(EML)은 별도 업로드해 관리자만 내려받습니다. 원본은 LLM으로 보내지 않습니다.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대시보드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291840"/>
          </a:xfrm>
          <a:prstGeom prst="roundRect">
            <a:avLst>
              <a:gd name="adj" fmla="val 1667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로그인한 관리자: admin   [로그아웃]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14173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커넥션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0" y="1691640"/>
            <a:ext cx="14173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16916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840480" y="1691640"/>
            <a:ext cx="14173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40480" y="16916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스팸 판정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94960" y="1691640"/>
            <a:ext cx="14173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94960" y="16916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949440" y="1691640"/>
            <a:ext cx="14173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49440" y="16916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그레이리스팅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1874520" cy="411480"/>
          </a:xfrm>
          <a:prstGeom prst="roundRect">
            <a:avLst>
              <a:gd name="adj" fmla="val 11111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25603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관리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743200" y="2560320"/>
            <a:ext cx="1874520" cy="411480"/>
          </a:xfrm>
          <a:prstGeom prst="roundRect">
            <a:avLst>
              <a:gd name="adj" fmla="val 11111"/>
            </a:avLst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743200" y="25603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스팸 신고 (3)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2560320"/>
            <a:ext cx="1874520" cy="411480"/>
          </a:xfrm>
          <a:prstGeom prst="roundRect">
            <a:avLst>
              <a:gd name="adj" fmla="val 11111"/>
            </a:avLst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54880" y="25603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화이트/블랙리스트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표: 유형 · 패턴 · 가중치 · 적중(스팸판정) · 상태 · [분석] [비활성화] [삭제]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탭: LLM 판정, 의견, 제안 룰, [룰 추가] [RAG] [기각]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보안: 신고와 헤더를 믿지 않습니다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514600" cy="3200400"/>
          </a:xfrm>
          <a:prstGeom prst="roundRect">
            <a:avLst>
              <a:gd name="adj" fmla="val 290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위조 헤더 제거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83080"/>
            <a:ext cx="2148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메일이 미리 달고 온 X-Spam-* 헤더는 판정 전에 지웁니다. Hedwig가 이 헤더로 스팸함 이동을 정하기 때문입니다.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0" y="1280160"/>
            <a:ext cx="2514600" cy="3200400"/>
          </a:xfrm>
          <a:prstGeom prst="roundRect">
            <a:avLst>
              <a:gd name="adj" fmla="val 290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38988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로그인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783080"/>
            <a:ext cx="2148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ID/PW 로그인과 BCrypt 해시, HttpOnly 세션 쿠키, CSRF 토큰을 쓰고 연속 실패하면 잠급니다.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560320" cy="3200400"/>
          </a:xfrm>
          <a:prstGeom prst="roundRect">
            <a:avLst>
              <a:gd name="adj" fmla="val 285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38988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신고는 조작될 수 있다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78308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본문은 외부 텍스트로 취급하고 개인정보를 가려 저장합니다. 신고 키는 관리자 키와 분리했습니다.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구성 (egov 개발서버)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737360" cy="822960"/>
          </a:xfrm>
          <a:prstGeom prst="roundRect">
            <a:avLst>
              <a:gd name="adj" fmla="val 8889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7373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SMTP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0" y="1371600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743200" y="137160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스팸 게이트웨이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:25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212080" y="1371600"/>
            <a:ext cx="1645920" cy="822960"/>
          </a:xfrm>
          <a:prstGeom prst="roundRect">
            <a:avLst>
              <a:gd name="adj" fmla="val 8889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12080" y="1371600"/>
            <a:ext cx="16459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Hedwig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:2599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04288" y="1783080"/>
            <a:ext cx="420624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773168" y="1783080"/>
            <a:ext cx="420624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743200" y="2834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2834640"/>
            <a:ext cx="20116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19c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· 통계 · 신고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749040" y="2212848"/>
            <a:ext cx="0" cy="603504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223760" y="1371600"/>
            <a:ext cx="1371600" cy="822960"/>
          </a:xfrm>
          <a:prstGeom prst="roundRect">
            <a:avLst>
              <a:gd name="adj" fmla="val 888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23760" y="1371600"/>
            <a:ext cx="1371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Gemini API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73168" y="1554480"/>
            <a:ext cx="2432304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48640" y="3840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그룹웨어 서버 → POST :18093/report 로 신고 전달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251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Hedwig 본체는 수정하지 않으며, 게이트웨이가 멈춰도 Hedwig는 영향받지 않습니다.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시나리오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411480" cy="4114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접속, ID/PW 로그인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표와 적중 열 확인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411480" cy="4114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828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828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룰의 [분석] 클릭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828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팝업에서 샘플과 LLM 조언 확인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468880"/>
            <a:ext cx="411480" cy="4114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468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API 호출(curl)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2468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 접수, 수 초 뒤 신고 탭에 판정 표시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411480" cy="4114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108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룰 [룰 추가] 승인(수동 모드)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937760" y="3108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표에 새 룰 등장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411480" cy="4114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37490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SMTP로 테스트 메일 전송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37490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그레이리스팅 450, 재시도 후 통과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현황과 다음 단계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931920" cy="3200400"/>
          </a:xfrm>
          <a:prstGeom prst="roundRect">
            <a:avLst>
              <a:gd name="adj" fmla="val 228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8308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룰·LLM·RAG 파이프라인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룰별 통계와 LLM 가중치 조언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API, 수동/자동 처리, EML 보관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로그인, 위조 헤더 제거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19c 전환, 탭 대시보드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3931920" cy="3200400"/>
          </a:xfrm>
          <a:prstGeom prst="roundRect">
            <a:avLst>
              <a:gd name="adj" fmla="val 228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3898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진행·예정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8308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그룹웨어 신고 연동(진행 중)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Gemini·관리자 키 교체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적중 통계 누적 후 가중치 조정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API 구간 TLS 적용 검토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EML 보관 기간 정책 결정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517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github.com/ending1/hedwig-spam-gateway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docs/HANDOVER.md · docs/spam-report-api.md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Hedwig 스팸 게이트웨이 소개 및 시연</dc:title>
  <dc:subject>PptxGenJS Presentation</dc:subject>
  <dc:creator>Hedwig Spam Gateway</dc:creator>
  <cp:lastModifiedBy>Hedwig Spam Gateway</cp:lastModifiedBy>
  <cp:revision>1</cp:revision>
  <dcterms:created xsi:type="dcterms:W3CDTF">2026-10-11T02:43:26Z</dcterms:created>
  <dcterms:modified xsi:type="dcterms:W3CDTF">2026-10-11T02:43:26Z</dcterms:modified>
</cp:coreProperties>
</file>